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0B981"/>
                </a:solidFill>
                <a:latin typeface="Segoe UI"/>
              </a:rPr>
              <a:t>MockMate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Segoe UI"/>
              </a:rPr>
              <a:t>AI Voice Interview Coach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Interview prep is broken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7128" y="1645920"/>
            <a:ext cx="2560320" cy="2194560"/>
          </a:xfrm>
          <a:prstGeom prst="rect">
            <a:avLst/>
          </a:prstGeom>
          <a:solidFill>
            <a:srgbClr val="0D142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0428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  <a:latin typeface="Segoe UI"/>
              </a:rPr>
              <a:t>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fail from lack of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8888" y="1645920"/>
            <a:ext cx="2560320" cy="2194560"/>
          </a:xfrm>
          <a:prstGeom prst="rect">
            <a:avLst/>
          </a:prstGeom>
          <a:solidFill>
            <a:srgbClr val="0D14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604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9E0B"/>
                </a:solidFill>
                <a:latin typeface="Segoe UI"/>
              </a:rPr>
              <a:t>$200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per coaching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0648" y="1645920"/>
            <a:ext cx="2560320" cy="2194560"/>
          </a:xfrm>
          <a:prstGeom prst="rect">
            <a:avLst/>
          </a:prstGeom>
          <a:solidFill>
            <a:srgbClr val="0D14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Segoe UI"/>
              </a:rPr>
              <a:t>$2.4B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market, growing 8% YoY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Meet Alex — your AI interviewer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2011680"/>
            <a:ext cx="182880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Paste JD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011680"/>
            <a:ext cx="182880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Segoe UI"/>
              </a:rPr>
              <a:t>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Speak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182880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Get Scored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11680"/>
            <a:ext cx="182880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PDF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Nothing else does all four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7128" y="1554480"/>
            <a:ext cx="256032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7128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7128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Voice-first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910328" y="1554480"/>
            <a:ext cx="256032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10328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2560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Segoe UI"/>
              </a:rPr>
              <a:t>Tailored to your JD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3657600"/>
            <a:ext cx="256032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Scored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3657600"/>
            <a:ext cx="2560320" cy="1828800"/>
          </a:xfrm>
          <a:prstGeom prst="rect">
            <a:avLst/>
          </a:prstGeom>
          <a:solidFill>
            <a:srgbClr val="0D14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Private by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2004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Segoe UI"/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618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React 18 + Tailwind CSS (Vite)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8366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FastAPI  (Python)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054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Segoe U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Claude Haiku  via OpenRouter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272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Web Speech API  — browser built-in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75888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TTS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749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SpeechSynthesis API  — browser built-in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Segoe UI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37083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Vercel (frontend)  +  Render (backend)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19472"/>
            <a:ext cx="11091672" cy="566928"/>
          </a:xfrm>
          <a:prstGeom prst="rect">
            <a:avLst/>
          </a:prstGeom>
          <a:solidFill>
            <a:srgbClr val="0D1422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926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Segoe U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9926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None — in-memory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Exceptional 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828800"/>
            <a:ext cx="1645920" cy="2011680"/>
          </a:xfrm>
          <a:prstGeom prst="rect">
            <a:avLst/>
          </a:prstGeom>
          <a:solidFill>
            <a:srgbClr val="0D1422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$0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1645920" cy="2011680"/>
          </a:xfrm>
          <a:prstGeom prst="rect">
            <a:avLst/>
          </a:prstGeom>
          <a:solidFill>
            <a:srgbClr val="0D1422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828800"/>
            <a:ext cx="1645920" cy="2011680"/>
          </a:xfrm>
          <a:prstGeom prst="rect">
            <a:avLst/>
          </a:prstGeom>
          <a:solidFill>
            <a:srgbClr val="0D14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Claude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~$0.002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1645920" cy="2011680"/>
          </a:xfrm>
          <a:prstGeom prst="rect">
            <a:avLst/>
          </a:prstGeom>
          <a:solidFill>
            <a:srgbClr val="0D14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Per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99%+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STT + TTS = browser built-in  ·  Only AI tokens billed  ·  High margin at any price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